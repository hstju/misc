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0" d="100"/>
          <a:sy n="60" d="100"/>
        </p:scale>
        <p:origin x="3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0A316-6F72-0F8A-4008-01CCB9CBE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2BE86-6F9A-BE40-856E-7062CCB90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E776F-55DE-E953-0B6C-6007B768F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7ECF-4F26-4924-AABC-BE4A322B3A7F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55B14-7C4D-D834-8065-82DC0DA7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A9036-2508-B4A2-0721-2135BEA3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C9DB-3D50-4D1D-B7A2-7B0836B8CC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74080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7FB1D-A598-AE08-EE6E-7FC22A11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E8C38-1A3A-E41C-C850-84D52825E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09661-11B5-0DCF-F4B0-A264E6AE1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7ECF-4F26-4924-AABC-BE4A322B3A7F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161F5-6123-4240-763E-F1DEC2C58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96B98-DCC6-EF6A-3F46-1310A3C9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C9DB-3D50-4D1D-B7A2-7B0836B8CC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046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B437-27BC-0288-DDD9-23E37B3BA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9B568-D79B-6C6B-66E5-E436FB123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A6CA6-0A4D-383B-32BA-0B3B0D4D5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7ECF-4F26-4924-AABC-BE4A322B3A7F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87A65-056A-7E36-A802-3C4B0288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5F25E-ADE4-F707-C1CD-9AAB634D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C9DB-3D50-4D1D-B7A2-7B0836B8CC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3340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6E59-97FB-F672-2305-F613D5F97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1CC07-BD6F-C4F3-9E3C-48DEA49F4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0F609-05F1-BAE6-2FD5-540626406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FF6A6-048A-AEC4-1177-675DCD6B3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7ECF-4F26-4924-AABC-BE4A322B3A7F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A5497-3E6D-5AB9-D45B-5D127E10D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7BCC5-3613-A0E6-44D6-5DF0DA25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C9DB-3D50-4D1D-B7A2-7B0836B8CC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3296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684D9-2894-3213-CE91-1A08C3B34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94D49-BF7E-D184-3590-B848A63B0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13351-763E-3E4E-7C01-460875800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1EB88D-1927-8ECC-E04B-2CBA884F9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54E6C-CD09-A656-3BDE-2A15C4B299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29605-F1B1-84AD-5FC5-3D01A857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7ECF-4F26-4924-AABC-BE4A322B3A7F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6C4CA3-537B-CDD8-E498-4719B6CF9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50B67-2880-EAE3-0E38-04760EE0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C9DB-3D50-4D1D-B7A2-7B0836B8CC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514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14BA9-4E08-08FF-523E-B6F893F90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C6AF2C-9D67-32E4-F6BA-C35DFDFD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7ECF-4F26-4924-AABC-BE4A322B3A7F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9C1F4-4086-6CA8-9664-2D96392C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FB18C-3E89-C966-A3B8-045A7A615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C9DB-3D50-4D1D-B7A2-7B0836B8CC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906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9AB69F-1EB7-5A8E-F4C1-B0EB4E082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7ECF-4F26-4924-AABC-BE4A322B3A7F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BBB56-06BD-9C4A-73A5-0BEEA75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DFA12-8041-418E-8A6A-863F269E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C9DB-3D50-4D1D-B7A2-7B0836B8CC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7864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09B5E-7B89-1D7C-807F-3BF89A85D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D7EAB-DC55-2EBE-D2D0-2471B6EBE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7835D-39C5-8215-3C23-CFE692B80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5ACE4-1EBD-EDAB-25A7-9D0FDA501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7ECF-4F26-4924-AABC-BE4A322B3A7F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9E94-4B3E-15F2-2E72-99512299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B81F9-AB83-FEFF-AFDC-D9452DD3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C9DB-3D50-4D1D-B7A2-7B0836B8CC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8687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3471-C452-5AAB-6F4F-0ACE6CA1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265CD6-E9E0-5471-8159-E21F80429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A3CD6-2E66-F239-BE04-20D8499CF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8ADE5-1790-F386-74D6-B17719A9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7ECF-4F26-4924-AABC-BE4A322B3A7F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49B79-D521-61E0-801D-7C501228E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DC1A5-81CA-FB33-C36A-7AD9CBDA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C9DB-3D50-4D1D-B7A2-7B0836B8CC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6637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DDFF-26EF-295D-B434-7BFD59EB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DC1D-EC19-0B92-A5D9-22E617967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91B9D-B67C-8C28-5EE5-65FEC9920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7ECF-4F26-4924-AABC-BE4A322B3A7F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69E62-F1CC-1176-83C9-073C4BFA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6F996-201E-A620-DF78-AF5D3D49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C9DB-3D50-4D1D-B7A2-7B0836B8CC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804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3FCB7-87A6-1119-1D09-3EC3EB66F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8204A-3717-9DDC-55BB-E35BBD844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B37BB-8925-04F2-C685-F46F70FAE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7ECF-4F26-4924-AABC-BE4A322B3A7F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349A8-506C-8196-981F-5BC66ABF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69811-3458-1C1F-E10A-EAC9C0FB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C9DB-3D50-4D1D-B7A2-7B0836B8CC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373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97DDBE-F839-3990-13F1-289D4ABB8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39768-6742-8E84-E0C4-976836BB1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28FE4-DA80-4D2E-9EB0-E8E1C8C41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1D7ECF-4F26-4924-AABC-BE4A322B3A7F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08EF7-57A7-8FD5-145D-693B453E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21700-7833-5519-269A-EC035B275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AC9DB-3D50-4D1D-B7A2-7B0836B8CC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0592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790B-D40E-828A-6570-4227AFD321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51F61-25B7-49D9-83F0-0F6B4190FC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19158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F8EF72-1B10-A0E3-3528-BC9FD6D05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358" y="453225"/>
            <a:ext cx="11555283" cy="453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679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4CD96-1B03-015B-BA09-4C9582B66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7D700-9C44-8A99-30BD-489B71EE1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EBF207-F172-6BD6-08DC-7C55C6B71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55" y="1981189"/>
            <a:ext cx="8886890" cy="289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92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F52B7-F1EB-C88B-679F-78065DAD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06AB4-CEA8-D284-BE65-1D402F4BA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31C4E-A2BD-85A1-B0EC-0116F89E8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56" y="1571611"/>
            <a:ext cx="8658288" cy="371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787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561E-7F44-3230-E117-0525A2BA8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BA6D3-48ED-513F-FF47-6A349246F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343B6F-EE3D-6723-6E90-DB5E10E48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12" y="804843"/>
            <a:ext cx="6867575" cy="524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66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87DF-5ADC-EF06-F9B5-23E5D6EA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B1345-C7AC-B455-A31F-6B8989F46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02D970-8BC1-4308-33F9-994FB6CE0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68" y="695305"/>
            <a:ext cx="8610663" cy="546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98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DACA-F966-C208-2D46-7A3B6040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8B21D-0192-EFB6-D21F-BF32D5F44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58281-814F-80EC-8909-297380EF2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299" y="757218"/>
            <a:ext cx="6991401" cy="534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49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CB89-81CA-5A76-5177-EDD164E9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6193A-E9D2-D93E-2D9B-F08870E9B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A6BA4-D397-6844-9C24-56C98118B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835" y="1033445"/>
            <a:ext cx="7534330" cy="479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34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Hendra Suratno Tju</dc:creator>
  <cp:lastModifiedBy>Hendra Suratno Tju</cp:lastModifiedBy>
  <cp:revision>1</cp:revision>
  <dcterms:created xsi:type="dcterms:W3CDTF">2026-10-19T11:39:35Z</dcterms:created>
  <dcterms:modified xsi:type="dcterms:W3CDTF">2026-10-19T13:29:44Z</dcterms:modified>
</cp:coreProperties>
</file>